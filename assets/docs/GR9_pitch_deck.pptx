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Hanken Grotesk Medium"/>
      <p:regular r:id="rId7"/>
      <p:bold r:id="rId8"/>
      <p:italic r:id="rId9"/>
      <p:boldItalic r:id="rId10"/>
    </p:embeddedFont>
    <p:embeddedFont>
      <p:font typeface="Neuton Light"/>
      <p:regular r:id="rId11"/>
      <p:bold r:id="rId12"/>
      <p:boldItalic r:id="rId13"/>
    </p:embeddedFont>
    <p:embeddedFont>
      <p:font typeface="Hanken Grotesk"/>
      <p:regular r:id="rId14"/>
      <p:bold r:id="rId15"/>
      <p:italic r:id="rId16"/>
      <p:boldItalic r:id="rId17"/>
    </p:embeddedFont>
    <p:embeddedFont>
      <p:font typeface="Hanken Grotesk SemiBold"/>
      <p:regular r:id="rId18"/>
      <p:bold r:id="rId19"/>
      <p:italic r:id="rId20"/>
      <p:boldItalic r:id="rId21"/>
    </p:embeddedFont>
    <p:embeddedFont>
      <p:font typeface="Neuton"/>
      <p:regular r:id="rId22"/>
      <p:bold r:id="rId23"/>
      <p:italic r:id="rId24"/>
    </p:embeddedFont>
    <p:embeddedFont>
      <p:font typeface="Hanken Grotesk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ankenGroteskSemiBold-italic.fntdata"/><Relationship Id="rId22" Type="http://schemas.openxmlformats.org/officeDocument/2006/relationships/font" Target="fonts/Neuton-regular.fntdata"/><Relationship Id="rId21" Type="http://schemas.openxmlformats.org/officeDocument/2006/relationships/font" Target="fonts/HankenGroteskSemiBold-boldItalic.fntdata"/><Relationship Id="rId24" Type="http://schemas.openxmlformats.org/officeDocument/2006/relationships/font" Target="fonts/Neuton-italic.fntdata"/><Relationship Id="rId23" Type="http://schemas.openxmlformats.org/officeDocument/2006/relationships/font" Target="fonts/Neuto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ankenGroteskMedium-italic.fntdata"/><Relationship Id="rId26" Type="http://schemas.openxmlformats.org/officeDocument/2006/relationships/font" Target="fonts/HankenGroteskLight-bold.fntdata"/><Relationship Id="rId25" Type="http://schemas.openxmlformats.org/officeDocument/2006/relationships/font" Target="fonts/HankenGroteskLight-regular.fntdata"/><Relationship Id="rId28" Type="http://schemas.openxmlformats.org/officeDocument/2006/relationships/font" Target="fonts/HankenGroteskLight-boldItalic.fntdata"/><Relationship Id="rId27" Type="http://schemas.openxmlformats.org/officeDocument/2006/relationships/font" Target="fonts/HankenGrotesk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HankenGroteskMedium-regular.fntdata"/><Relationship Id="rId8" Type="http://schemas.openxmlformats.org/officeDocument/2006/relationships/font" Target="fonts/HankenGroteskMedium-bold.fntdata"/><Relationship Id="rId11" Type="http://schemas.openxmlformats.org/officeDocument/2006/relationships/font" Target="fonts/NeutonLight-regular.fntdata"/><Relationship Id="rId10" Type="http://schemas.openxmlformats.org/officeDocument/2006/relationships/font" Target="fonts/HankenGroteskMedium-boldItalic.fntdata"/><Relationship Id="rId13" Type="http://schemas.openxmlformats.org/officeDocument/2006/relationships/font" Target="fonts/NeutonLight-boldItalic.fntdata"/><Relationship Id="rId12" Type="http://schemas.openxmlformats.org/officeDocument/2006/relationships/font" Target="fonts/NeutonLight-bold.fntdata"/><Relationship Id="rId15" Type="http://schemas.openxmlformats.org/officeDocument/2006/relationships/font" Target="fonts/HankenGrotesk-bold.fntdata"/><Relationship Id="rId14" Type="http://schemas.openxmlformats.org/officeDocument/2006/relationships/font" Target="fonts/HankenGrotesk-regular.fntdata"/><Relationship Id="rId17" Type="http://schemas.openxmlformats.org/officeDocument/2006/relationships/font" Target="fonts/HankenGrotesk-boldItalic.fntdata"/><Relationship Id="rId16" Type="http://schemas.openxmlformats.org/officeDocument/2006/relationships/font" Target="fonts/HankenGrotesk-italic.fntdata"/><Relationship Id="rId19" Type="http://schemas.openxmlformats.org/officeDocument/2006/relationships/font" Target="fonts/HankenGroteskSemiBold-bold.fntdata"/><Relationship Id="rId18" Type="http://schemas.openxmlformats.org/officeDocument/2006/relationships/font" Target="fonts/HankenGrotesk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c5878dedbe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c5878dedbe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Background">
  <p:cSld name="CUSTOM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subTitle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4" type="subTitle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CUSTOM_7_1_1_1_1_1_1_1_1_1_1_1_1_1_1_1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4" type="subTitle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5" type="subTitle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6" type="subTitle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7" type="subTitle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8" type="subTitle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9" type="subTitle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3" type="subTitle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4" type="subTitle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29" name="Google Shape;29;p3"/>
          <p:cNvSpPr txBox="1"/>
          <p:nvPr>
            <p:ph idx="15" type="subTitle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0" name="Google Shape;30;p3"/>
          <p:cNvSpPr txBox="1"/>
          <p:nvPr>
            <p:ph idx="16" type="subTitle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1" name="Google Shape;31;p3"/>
          <p:cNvSpPr txBox="1"/>
          <p:nvPr>
            <p:ph idx="17" type="subTitle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2" name="Google Shape;32;p3"/>
          <p:cNvSpPr txBox="1"/>
          <p:nvPr>
            <p:ph idx="18" type="subTitle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3" name="Google Shape;33;p3"/>
          <p:cNvSpPr txBox="1"/>
          <p:nvPr>
            <p:ph idx="19" type="subTitle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4" name="Google Shape;34;p3"/>
          <p:cNvSpPr txBox="1"/>
          <p:nvPr>
            <p:ph idx="20" type="subTitle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5" name="Google Shape;35;p3"/>
          <p:cNvSpPr txBox="1"/>
          <p:nvPr>
            <p:ph idx="21" type="subTitle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6" name="Google Shape;36;p3"/>
          <p:cNvSpPr txBox="1"/>
          <p:nvPr>
            <p:ph idx="22" type="subTitle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7" name="Google Shape;37;p3"/>
          <p:cNvSpPr txBox="1"/>
          <p:nvPr>
            <p:ph idx="23" type="subTitle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anchorCtr="0" anchor="ctr" bIns="0" lIns="0" spcFirstLastPara="1" rIns="7200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/>
        </p:txBody>
      </p:sp>
      <p:sp>
        <p:nvSpPr>
          <p:cNvPr id="38" name="Google Shape;38;p3"/>
          <p:cNvSpPr txBox="1"/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">
  <p:cSld name="CUSTOM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" name="Google Shape;46;p4"/>
          <p:cNvSpPr txBox="1"/>
          <p:nvPr>
            <p:ph idx="5" type="title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4"/>
          <p:cNvSpPr txBox="1"/>
          <p:nvPr>
            <p:ph idx="6" type="title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/>
          <p:nvPr>
            <p:ph idx="7" type="title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8" type="title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9" type="title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54" name="Google Shape;54;p4"/>
          <p:cNvSpPr/>
          <p:nvPr>
            <p:ph idx="13" type="pic"/>
          </p:nvPr>
        </p:nvSpPr>
        <p:spPr>
          <a:xfrm>
            <a:off x="325850" y="9285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/>
          <p:nvPr>
            <p:ph idx="14" type="pic"/>
          </p:nvPr>
        </p:nvSpPr>
        <p:spPr>
          <a:xfrm>
            <a:off x="325850" y="239632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/>
          <p:nvPr>
            <p:ph idx="15" type="pic"/>
          </p:nvPr>
        </p:nvSpPr>
        <p:spPr>
          <a:xfrm>
            <a:off x="325850" y="3849175"/>
            <a:ext cx="930900" cy="930900"/>
          </a:xfrm>
          <a:prstGeom prst="roundRect">
            <a:avLst>
              <a:gd fmla="val 12343" name="adj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/>
          <p:nvPr>
            <p:ph idx="16" type="body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8" name="Google Shape;58;p4"/>
          <p:cNvSpPr txBox="1"/>
          <p:nvPr>
            <p:ph idx="17" type="body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9" name="Google Shape;59;p4"/>
          <p:cNvSpPr txBox="1"/>
          <p:nvPr>
            <p:ph idx="18" type="body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older Orange 2">
  <p:cSld name="CUSTOM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5" name="Google Shape;65;p5"/>
          <p:cNvSpPr txBox="1"/>
          <p:nvPr>
            <p:ph idx="4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66" name="Google Shape;66;p5"/>
          <p:cNvSpPr txBox="1"/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5"/>
          <p:cNvSpPr txBox="1"/>
          <p:nvPr>
            <p:ph idx="5" type="title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5"/>
          <p:cNvSpPr txBox="1"/>
          <p:nvPr>
            <p:ph idx="6" type="title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5"/>
          <p:cNvSpPr txBox="1"/>
          <p:nvPr>
            <p:ph idx="7" type="title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5"/>
          <p:cNvSpPr txBox="1"/>
          <p:nvPr>
            <p:ph idx="8" type="title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5"/>
          <p:cNvSpPr txBox="1"/>
          <p:nvPr>
            <p:ph idx="9" type="title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5"/>
          <p:cNvSpPr/>
          <p:nvPr>
            <p:ph idx="13" type="pic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/>
          <p:nvPr>
            <p:ph idx="14" type="pic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/>
          <p:nvPr>
            <p:ph idx="15" type="pic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/>
          <p:nvPr>
            <p:ph idx="16" type="pic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/>
          <p:nvPr>
            <p:ph idx="17" type="pic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/>
          <p:nvPr>
            <p:ph idx="18" type="pic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/>
          <p:nvPr>
            <p:ph idx="19" type="title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9" name="Google Shape;79;p5"/>
          <p:cNvSpPr txBox="1"/>
          <p:nvPr>
            <p:ph idx="20" type="body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" name="Google Shape;80;p5"/>
          <p:cNvSpPr txBox="1"/>
          <p:nvPr>
            <p:ph idx="21" type="body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22" type="body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3" type="body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24" type="body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5" type="body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anchorCtr="0" anchor="t" bIns="91425" lIns="91425" spcFirstLastPara="1" rIns="91425" wrap="square" tIns="36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Folder">
  <p:cSld name="BLANK_1_1_1_1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fmla="val 5406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/>
          <p:nvPr>
            <p:ph idx="1" type="subTitle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0" name="Google Shape;90;p6"/>
          <p:cNvSpPr txBox="1"/>
          <p:nvPr>
            <p:ph idx="2" type="body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b="1"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b="1"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b="1" sz="1200"/>
            </a:lvl9pPr>
          </a:lstStyle>
          <a:p/>
        </p:txBody>
      </p:sp>
      <p:sp>
        <p:nvSpPr>
          <p:cNvPr id="91" name="Google Shape;91;p6"/>
          <p:cNvSpPr txBox="1"/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7_1_1_1_1_1_1_1_1_1_1_1_1_1_1_1_1_2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anchorCtr="0" anchor="ctr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7"/>
          <p:cNvSpPr txBox="1"/>
          <p:nvPr>
            <p:ph idx="2" type="title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anchorCtr="0" anchor="t" bIns="108000" lIns="252000" spcFirstLastPara="1" rIns="252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fmla="val 5925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 Grey">
  <p:cSld name="BLANK_1_1_1_1_1_1_1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body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1" name="Google Shape;111;p8"/>
          <p:cNvSpPr txBox="1"/>
          <p:nvPr>
            <p:ph idx="2" type="subTitle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8"/>
          <p:cNvSpPr txBox="1"/>
          <p:nvPr>
            <p:ph idx="3" type="subTitle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3" name="Google Shape;113;p8"/>
          <p:cNvSpPr txBox="1"/>
          <p:nvPr>
            <p:ph idx="4" type="body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4" name="Google Shape;114;p8"/>
          <p:cNvSpPr txBox="1"/>
          <p:nvPr>
            <p:ph idx="5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15" name="Google Shape;115;p8"/>
          <p:cNvSpPr txBox="1"/>
          <p:nvPr>
            <p:ph idx="6" type="subTitle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/>
        </p:txBody>
      </p:sp>
      <p:sp>
        <p:nvSpPr>
          <p:cNvPr id="116" name="Google Shape;116;p8"/>
          <p:cNvSpPr txBox="1"/>
          <p:nvPr>
            <p:ph idx="7" type="body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117" name="Google Shape;117;p8"/>
          <p:cNvSpPr txBox="1"/>
          <p:nvPr>
            <p:ph idx="8" type="subTitle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8"/>
          <p:cNvSpPr txBox="1"/>
          <p:nvPr>
            <p:ph idx="9" type="body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Data folders">
  <p:cSld name="CUSTOM_7_1_1_1_1_1_1_1_1_1_1_1_1_1_1_1_1_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1" name="Google Shape;121;p9"/>
          <p:cNvSpPr txBox="1"/>
          <p:nvPr>
            <p:ph idx="2" type="title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9"/>
          <p:cNvSpPr txBox="1"/>
          <p:nvPr>
            <p:ph idx="3" type="title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3" name="Google Shape;123;p9"/>
          <p:cNvSpPr txBox="1"/>
          <p:nvPr>
            <p:ph idx="4" type="title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5" type="title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5" name="Google Shape;125;p9"/>
          <p:cNvSpPr txBox="1"/>
          <p:nvPr>
            <p:ph idx="6" type="title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7" type="title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27" name="Google Shape;127;p9"/>
          <p:cNvSpPr txBox="1"/>
          <p:nvPr>
            <p:ph idx="8" type="title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anchorCtr="0" anchor="t" bIns="90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9" name="Google Shape;129;p9"/>
          <p:cNvSpPr txBox="1"/>
          <p:nvPr>
            <p:ph idx="9" type="body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9"/>
          <p:cNvSpPr txBox="1"/>
          <p:nvPr>
            <p:ph idx="13" type="body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9"/>
          <p:cNvSpPr txBox="1"/>
          <p:nvPr>
            <p:ph idx="14" type="body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5" type="body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anchorCtr="0" anchor="t" bIns="0" lIns="108000" spcFirstLastPara="1" rIns="10800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Data Folders">
  <p:cSld name="CUSTOM_7_1_1_1_1_1_1_1_1_1_1_1_1_1_1_1_1_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5" name="Google Shape;135;p1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36" name="Google Shape;136;p10"/>
          <p:cNvSpPr txBox="1"/>
          <p:nvPr>
            <p:ph idx="2" type="title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7" name="Google Shape;137;p10"/>
          <p:cNvSpPr txBox="1"/>
          <p:nvPr>
            <p:ph idx="3" type="title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anchorCtr="0" anchor="t" bIns="0" lIns="180000" spcFirstLastPara="1" rIns="18000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/>
        </p:txBody>
      </p:sp>
      <p:sp>
        <p:nvSpPr>
          <p:cNvPr id="138" name="Google Shape;138;p10"/>
          <p:cNvSpPr txBox="1"/>
          <p:nvPr>
            <p:ph idx="4" type="body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9" name="Google Shape;139;p10"/>
          <p:cNvSpPr txBox="1"/>
          <p:nvPr>
            <p:ph idx="5" type="body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40" name="Google Shape;140;p10"/>
          <p:cNvSpPr txBox="1"/>
          <p:nvPr>
            <p:ph idx="6" type="body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anchorCtr="0" anchor="t" bIns="180000" lIns="180000" spcFirstLastPara="1" rIns="180000" wrap="square" tIns="27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7_1_1_1_1_1_1_1_1_1_1_1_1_1_1_1_1_5_2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11"/>
          <p:cNvSpPr txBox="1"/>
          <p:nvPr>
            <p:ph idx="2" type="title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4" name="Google Shape;144;p11"/>
          <p:cNvSpPr txBox="1"/>
          <p:nvPr>
            <p:ph idx="3" type="title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5" name="Google Shape;145;p11"/>
          <p:cNvSpPr txBox="1"/>
          <p:nvPr>
            <p:ph idx="4" type="title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6" name="Google Shape;146;p11"/>
          <p:cNvSpPr txBox="1"/>
          <p:nvPr>
            <p:ph idx="5" type="title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7" name="Google Shape;147;p11"/>
          <p:cNvSpPr txBox="1"/>
          <p:nvPr>
            <p:ph idx="6" type="title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8" name="Google Shape;148;p11"/>
          <p:cNvSpPr txBox="1"/>
          <p:nvPr>
            <p:ph idx="7" type="title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49" name="Google Shape;149;p11"/>
          <p:cNvSpPr txBox="1"/>
          <p:nvPr>
            <p:ph idx="8" type="title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0" name="Google Shape;150;p11"/>
          <p:cNvSpPr txBox="1"/>
          <p:nvPr>
            <p:ph idx="9" type="title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1" name="Google Shape;151;p11"/>
          <p:cNvSpPr txBox="1"/>
          <p:nvPr>
            <p:ph idx="13" type="title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2" name="Google Shape;152;p11"/>
          <p:cNvSpPr txBox="1"/>
          <p:nvPr>
            <p:ph idx="14" type="title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3" name="Google Shape;153;p11"/>
          <p:cNvSpPr txBox="1"/>
          <p:nvPr>
            <p:ph idx="15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4" name="Google Shape;154;p11"/>
          <p:cNvSpPr txBox="1"/>
          <p:nvPr>
            <p:ph idx="16" type="title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5" name="Google Shape;155;p11"/>
          <p:cNvSpPr txBox="1"/>
          <p:nvPr>
            <p:ph idx="17" type="title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56" name="Google Shape;156;p11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7" name="Google Shape;157;p11"/>
          <p:cNvSpPr txBox="1"/>
          <p:nvPr>
            <p:ph idx="18" type="body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9" type="body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20" type="body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21" type="title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61" name="Google Shape;161;p11"/>
          <p:cNvSpPr txBox="1"/>
          <p:nvPr>
            <p:ph idx="22" type="body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2" name="Google Shape;162;p11"/>
          <p:cNvSpPr txBox="1"/>
          <p:nvPr>
            <p:ph idx="23" type="body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3" name="Google Shape;163;p11"/>
          <p:cNvSpPr txBox="1"/>
          <p:nvPr>
            <p:ph idx="24" type="body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4" name="Google Shape;164;p11"/>
          <p:cNvSpPr txBox="1"/>
          <p:nvPr>
            <p:ph idx="25" type="body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5" name="Google Shape;165;p11"/>
          <p:cNvSpPr txBox="1"/>
          <p:nvPr>
            <p:ph idx="26" type="body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66" name="Google Shape;166;p11"/>
          <p:cNvSpPr txBox="1"/>
          <p:nvPr>
            <p:ph idx="27" type="body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image ">
  <p:cSld name="CUSTOM_7_1_1_1_1_1_1_1_1_1_1_1_1_1_1_1_1_5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9" name="Google Shape;169;p12"/>
          <p:cNvSpPr txBox="1"/>
          <p:nvPr>
            <p:ph idx="2" type="title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0" name="Google Shape;170;p12"/>
          <p:cNvSpPr txBox="1"/>
          <p:nvPr>
            <p:ph idx="3" type="title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12"/>
          <p:cNvSpPr txBox="1"/>
          <p:nvPr>
            <p:ph idx="4" type="title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2" name="Google Shape;172;p12"/>
          <p:cNvSpPr txBox="1"/>
          <p:nvPr>
            <p:ph idx="5"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12"/>
          <p:cNvSpPr txBox="1"/>
          <p:nvPr>
            <p:ph idx="6" type="title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4" name="Google Shape;174;p12"/>
          <p:cNvSpPr txBox="1"/>
          <p:nvPr>
            <p:ph idx="7" type="title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5" name="Google Shape;175;p12"/>
          <p:cNvSpPr txBox="1"/>
          <p:nvPr>
            <p:ph idx="8" type="title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9" type="title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13" type="title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14" type="title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idx="15" type="title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0" name="Google Shape;180;p12"/>
          <p:cNvSpPr txBox="1"/>
          <p:nvPr>
            <p:ph idx="16" type="title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1" name="Google Shape;181;p12"/>
          <p:cNvSpPr txBox="1"/>
          <p:nvPr>
            <p:ph idx="17" type="title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2" name="Google Shape;182;p12"/>
          <p:cNvSpPr txBox="1"/>
          <p:nvPr>
            <p:ph idx="18" type="title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3" name="Google Shape;183;p12"/>
          <p:cNvSpPr txBox="1"/>
          <p:nvPr>
            <p:ph idx="19" type="title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4" name="Google Shape;184;p12"/>
          <p:cNvSpPr txBox="1"/>
          <p:nvPr>
            <p:ph idx="20" type="title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5" name="Google Shape;185;p12"/>
          <p:cNvSpPr txBox="1"/>
          <p:nvPr>
            <p:ph idx="21" type="title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6" name="Google Shape;186;p12"/>
          <p:cNvSpPr txBox="1"/>
          <p:nvPr>
            <p:ph idx="22" type="title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7" name="Google Shape;187;p12"/>
          <p:cNvSpPr txBox="1"/>
          <p:nvPr>
            <p:ph idx="23" type="title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anchorCtr="0" anchor="t" bIns="0" lIns="108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188" name="Google Shape;188;p12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9" name="Google Shape;189;p12"/>
          <p:cNvSpPr/>
          <p:nvPr>
            <p:ph idx="24" type="pic"/>
          </p:nvPr>
        </p:nvSpPr>
        <p:spPr>
          <a:xfrm>
            <a:off x="22902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0" name="Google Shape;190;p12"/>
          <p:cNvSpPr/>
          <p:nvPr>
            <p:ph idx="25" type="pic"/>
          </p:nvPr>
        </p:nvSpPr>
        <p:spPr>
          <a:xfrm>
            <a:off x="2005675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1" name="Google Shape;191;p12"/>
          <p:cNvSpPr/>
          <p:nvPr>
            <p:ph idx="26" type="pic"/>
          </p:nvPr>
        </p:nvSpPr>
        <p:spPr>
          <a:xfrm>
            <a:off x="37842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2" name="Google Shape;192;p12"/>
          <p:cNvSpPr/>
          <p:nvPr>
            <p:ph idx="27" type="pic"/>
          </p:nvPr>
        </p:nvSpPr>
        <p:spPr>
          <a:xfrm>
            <a:off x="556091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3" name="Google Shape;193;p12"/>
          <p:cNvSpPr/>
          <p:nvPr>
            <p:ph idx="28" type="pic"/>
          </p:nvPr>
        </p:nvSpPr>
        <p:spPr>
          <a:xfrm>
            <a:off x="7337563" y="3718641"/>
            <a:ext cx="1580400" cy="1249200"/>
          </a:xfrm>
          <a:prstGeom prst="roundRect">
            <a:avLst>
              <a:gd fmla="val 10359" name="adj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/>
          <p:nvPr>
            <p:ph idx="29" type="body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5" name="Google Shape;195;p12"/>
          <p:cNvSpPr txBox="1"/>
          <p:nvPr>
            <p:ph idx="30" type="body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12"/>
          <p:cNvSpPr txBox="1"/>
          <p:nvPr>
            <p:ph idx="31" type="body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7" name="Google Shape;197;p12"/>
          <p:cNvSpPr txBox="1"/>
          <p:nvPr>
            <p:ph idx="32" type="body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12"/>
          <p:cNvSpPr txBox="1"/>
          <p:nvPr>
            <p:ph idx="33" type="body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9" name="Google Shape;199;p12"/>
          <p:cNvSpPr txBox="1"/>
          <p:nvPr>
            <p:ph idx="34" type="body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0" name="Google Shape;200;p12"/>
          <p:cNvSpPr txBox="1"/>
          <p:nvPr>
            <p:ph idx="35" type="body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1" name="Google Shape;201;p12"/>
          <p:cNvSpPr txBox="1"/>
          <p:nvPr>
            <p:ph idx="36" type="body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2" name="Google Shape;202;p12"/>
          <p:cNvSpPr txBox="1"/>
          <p:nvPr>
            <p:ph idx="37" type="body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3" name="Google Shape;203;p12"/>
          <p:cNvSpPr txBox="1"/>
          <p:nvPr>
            <p:ph idx="38" type="body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anchorCtr="0" anchor="t" bIns="5400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">
  <p:cSld name="CUSTOM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7" name="Google Shape;207;p13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13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9" name="Google Shape;209;p13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13"/>
          <p:cNvSpPr txBox="1"/>
          <p:nvPr>
            <p:ph idx="5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3"/>
          <p:cNvSpPr txBox="1"/>
          <p:nvPr>
            <p:ph idx="1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3"/>
          <p:cNvSpPr txBox="1"/>
          <p:nvPr>
            <p:ph idx="6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3"/>
          <p:cNvSpPr txBox="1"/>
          <p:nvPr>
            <p:ph idx="7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13"/>
          <p:cNvSpPr txBox="1"/>
          <p:nvPr>
            <p:ph idx="8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9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13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14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idx="15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idx="16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220" name="Google Shape;220;p13"/>
          <p:cNvSpPr txBox="1"/>
          <p:nvPr>
            <p:ph idx="17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13"/>
          <p:cNvSpPr txBox="1"/>
          <p:nvPr>
            <p:ph idx="18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9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0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21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22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idx="2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7" name="Google Shape;227;p13"/>
          <p:cNvSpPr txBox="1"/>
          <p:nvPr>
            <p:ph idx="2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8" name="Google Shape;228;p13"/>
          <p:cNvSpPr txBox="1"/>
          <p:nvPr>
            <p:ph idx="2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9" name="Google Shape;229;p13"/>
          <p:cNvSpPr txBox="1"/>
          <p:nvPr>
            <p:ph idx="2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0" name="Google Shape;230;p13"/>
          <p:cNvSpPr txBox="1"/>
          <p:nvPr>
            <p:ph idx="2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1" name="Google Shape;231;p13"/>
          <p:cNvSpPr txBox="1"/>
          <p:nvPr>
            <p:ph idx="2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2" name="Google Shape;232;p13"/>
          <p:cNvSpPr txBox="1"/>
          <p:nvPr>
            <p:ph idx="2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3" name="Google Shape;233;p13"/>
          <p:cNvSpPr txBox="1"/>
          <p:nvPr>
            <p:ph idx="3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4" name="Google Shape;234;p13"/>
          <p:cNvSpPr txBox="1"/>
          <p:nvPr>
            <p:ph idx="3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5" name="Google Shape;235;p13"/>
          <p:cNvSpPr txBox="1"/>
          <p:nvPr>
            <p:ph idx="3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6" name="Google Shape;236;p13"/>
          <p:cNvSpPr txBox="1"/>
          <p:nvPr>
            <p:ph idx="3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7" name="Google Shape;237;p13"/>
          <p:cNvSpPr txBox="1"/>
          <p:nvPr>
            <p:ph idx="3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8" name="Google Shape;238;p13"/>
          <p:cNvSpPr txBox="1"/>
          <p:nvPr>
            <p:ph idx="3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39" name="Google Shape;239;p13"/>
          <p:cNvSpPr txBox="1"/>
          <p:nvPr>
            <p:ph idx="3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3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/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3" name="Google Shape;243;p14"/>
          <p:cNvSpPr txBox="1"/>
          <p:nvPr>
            <p:ph idx="2"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14"/>
          <p:cNvSpPr txBox="1"/>
          <p:nvPr>
            <p:ph idx="3" type="title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5" name="Google Shape;245;p14"/>
          <p:cNvSpPr txBox="1"/>
          <p:nvPr>
            <p:ph idx="4"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6" name="Google Shape;246;p14"/>
          <p:cNvSpPr txBox="1"/>
          <p:nvPr>
            <p:ph idx="1" type="body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7" name="Google Shape;247;p14"/>
          <p:cNvSpPr txBox="1"/>
          <p:nvPr>
            <p:ph idx="5" type="body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8" name="Google Shape;248;p14"/>
          <p:cNvSpPr txBox="1"/>
          <p:nvPr>
            <p:ph idx="6" type="body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49" name="Google Shape;249;p14"/>
          <p:cNvSpPr txBox="1"/>
          <p:nvPr>
            <p:ph idx="7" type="body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0" name="Google Shape;250;p14"/>
          <p:cNvSpPr txBox="1"/>
          <p:nvPr>
            <p:ph idx="8" type="body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1" name="Google Shape;251;p14"/>
          <p:cNvSpPr txBox="1"/>
          <p:nvPr>
            <p:ph idx="9" type="body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2" name="Google Shape;252;p14"/>
          <p:cNvSpPr txBox="1"/>
          <p:nvPr>
            <p:ph idx="13" type="body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3" name="Google Shape;253;p14"/>
          <p:cNvSpPr txBox="1"/>
          <p:nvPr>
            <p:ph idx="14" type="body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4" name="Google Shape;254;p14"/>
          <p:cNvSpPr txBox="1"/>
          <p:nvPr>
            <p:ph idx="15" type="body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5" name="Google Shape;255;p14"/>
          <p:cNvSpPr txBox="1"/>
          <p:nvPr>
            <p:ph idx="16" type="body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6" name="Google Shape;256;p14"/>
          <p:cNvSpPr txBox="1"/>
          <p:nvPr>
            <p:ph idx="17" type="body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7" name="Google Shape;257;p14"/>
          <p:cNvSpPr txBox="1"/>
          <p:nvPr>
            <p:ph idx="18" type="body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8" name="Google Shape;258;p14"/>
          <p:cNvSpPr txBox="1"/>
          <p:nvPr>
            <p:ph idx="19" type="body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59" name="Google Shape;259;p14"/>
          <p:cNvSpPr txBox="1"/>
          <p:nvPr>
            <p:ph idx="20" type="body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0" name="Google Shape;260;p14"/>
          <p:cNvSpPr txBox="1"/>
          <p:nvPr>
            <p:ph idx="21" type="body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1" name="Google Shape;261;p14"/>
          <p:cNvSpPr txBox="1"/>
          <p:nvPr>
            <p:ph idx="22" type="body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14"/>
          <p:cNvSpPr txBox="1"/>
          <p:nvPr>
            <p:ph idx="23" type="body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3" name="Google Shape;263;p14"/>
          <p:cNvSpPr txBox="1"/>
          <p:nvPr>
            <p:ph idx="24" type="body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14"/>
          <p:cNvSpPr txBox="1"/>
          <p:nvPr>
            <p:ph idx="25" type="body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5" name="Google Shape;265;p14"/>
          <p:cNvSpPr txBox="1"/>
          <p:nvPr>
            <p:ph idx="26" type="body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anchorCtr="0" anchor="t" bIns="180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14"/>
          <p:cNvSpPr txBox="1"/>
          <p:nvPr>
            <p:ph idx="27" type="subTitle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4"/>
          <p:cNvSpPr txBox="1"/>
          <p:nvPr>
            <p:ph idx="28" type="subTitle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8" name="Google Shape;268;p14"/>
          <p:cNvSpPr txBox="1"/>
          <p:nvPr>
            <p:ph idx="29" type="subTitle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69" name="Google Shape;269;p14"/>
          <p:cNvSpPr txBox="1"/>
          <p:nvPr>
            <p:ph idx="30" type="subTitle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0" name="Google Shape;270;p14"/>
          <p:cNvSpPr txBox="1"/>
          <p:nvPr>
            <p:ph idx="31" type="subTitle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1" name="Google Shape;271;p14"/>
          <p:cNvSpPr txBox="1"/>
          <p:nvPr>
            <p:ph idx="32" type="subTitle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/>
        </p:txBody>
      </p:sp>
      <p:sp>
        <p:nvSpPr>
          <p:cNvPr id="272" name="Google Shape;272;p14"/>
          <p:cNvSpPr txBox="1"/>
          <p:nvPr>
            <p:ph idx="33" type="title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3" name="Google Shape;273;p14"/>
          <p:cNvSpPr txBox="1"/>
          <p:nvPr>
            <p:ph idx="34" type="subTitle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14"/>
          <p:cNvSpPr txBox="1"/>
          <p:nvPr>
            <p:ph idx="35" type="subTitle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14"/>
          <p:cNvSpPr txBox="1"/>
          <p:nvPr>
            <p:ph idx="36" type="subTitle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and folder background">
  <p:cSld name="CUSTOM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15"/>
          <p:cNvSpPr txBox="1"/>
          <p:nvPr>
            <p:ph idx="2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15"/>
          <p:cNvSpPr txBox="1"/>
          <p:nvPr>
            <p:ph idx="3" type="subTitle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1" name="Google Shape;281;p15"/>
          <p:cNvSpPr txBox="1"/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15"/>
          <p:cNvSpPr txBox="1"/>
          <p:nvPr>
            <p:ph idx="4" type="subTitle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5"/>
          <p:cNvSpPr txBox="1"/>
          <p:nvPr>
            <p:ph idx="5" type="subTitle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6" name="Google Shape;296;p15"/>
          <p:cNvSpPr txBox="1"/>
          <p:nvPr>
            <p:ph idx="6" type="subTitle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7" name="Google Shape;297;p15"/>
          <p:cNvSpPr txBox="1"/>
          <p:nvPr>
            <p:ph idx="7" type="subTitle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8" name="Google Shape;298;p15"/>
          <p:cNvSpPr txBox="1"/>
          <p:nvPr>
            <p:ph idx="8" type="subTitle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9" name="Google Shape;299;p15"/>
          <p:cNvSpPr txBox="1"/>
          <p:nvPr>
            <p:ph idx="9" type="subTitle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0" name="Google Shape;300;p15"/>
          <p:cNvSpPr txBox="1"/>
          <p:nvPr>
            <p:ph idx="13" type="subTitle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1" name="Google Shape;301;p15"/>
          <p:cNvSpPr txBox="1"/>
          <p:nvPr>
            <p:ph idx="14" type="subTitle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2" name="Google Shape;302;p15"/>
          <p:cNvSpPr txBox="1"/>
          <p:nvPr>
            <p:ph idx="15" type="subTitle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anchorCtr="0" anchor="b" bIns="0" lIns="54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5"/>
          <p:cNvSpPr txBox="1"/>
          <p:nvPr>
            <p:ph idx="16" type="subTitle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anchorCtr="0" anchor="t" bIns="0" lIns="180000" spcFirstLastPara="1" rIns="18000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304" name="Google Shape;304;p15"/>
          <p:cNvSpPr txBox="1"/>
          <p:nvPr>
            <p:ph idx="17" type="subTitle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5"/>
          <p:cNvSpPr txBox="1"/>
          <p:nvPr>
            <p:ph idx="18" type="subTitle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6" name="Google Shape;306;p15"/>
          <p:cNvSpPr txBox="1"/>
          <p:nvPr>
            <p:ph idx="19" type="subTitle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5"/>
          <p:cNvSpPr txBox="1"/>
          <p:nvPr>
            <p:ph idx="20" type="subTitle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8" name="Google Shape;308;p15"/>
          <p:cNvSpPr txBox="1"/>
          <p:nvPr>
            <p:ph idx="21" type="subTitle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5"/>
          <p:cNvSpPr txBox="1"/>
          <p:nvPr>
            <p:ph idx="22" type="subTitle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0" name="Google Shape;310;p15"/>
          <p:cNvSpPr txBox="1"/>
          <p:nvPr>
            <p:ph idx="23" type="subTitle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5"/>
          <p:cNvSpPr txBox="1"/>
          <p:nvPr>
            <p:ph idx="24" type="subTitle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2" name="Google Shape;312;p15"/>
          <p:cNvSpPr txBox="1"/>
          <p:nvPr>
            <p:ph idx="25" type="subTitle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5"/>
          <p:cNvSpPr txBox="1"/>
          <p:nvPr>
            <p:ph idx="26" type="subTitle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4" name="Google Shape;314;p15"/>
          <p:cNvSpPr txBox="1"/>
          <p:nvPr>
            <p:ph idx="27" type="title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2">
  <p:cSld name="CUSTOM_7_1_1_1_1_1_1_1_1_1_1_1_1_1_1_1_1_9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/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7" name="Google Shape;317;p16"/>
          <p:cNvSpPr txBox="1"/>
          <p:nvPr>
            <p:ph idx="2" type="title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8" name="Google Shape;318;p16"/>
          <p:cNvSpPr txBox="1"/>
          <p:nvPr>
            <p:ph idx="3" type="title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9" name="Google Shape;319;p16"/>
          <p:cNvSpPr txBox="1"/>
          <p:nvPr>
            <p:ph idx="4" type="title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0" name="Google Shape;320;p16"/>
          <p:cNvSpPr txBox="1"/>
          <p:nvPr>
            <p:ph idx="5" type="title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6" type="title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7" type="title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8" type="title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9" type="title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13" type="title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1" type="body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7" name="Google Shape;327;p16"/>
          <p:cNvSpPr txBox="1"/>
          <p:nvPr>
            <p:ph idx="14" type="body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8" name="Google Shape;328;p16"/>
          <p:cNvSpPr txBox="1"/>
          <p:nvPr>
            <p:ph idx="15" type="body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16"/>
          <p:cNvSpPr txBox="1"/>
          <p:nvPr>
            <p:ph idx="16" type="body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0" name="Google Shape;330;p16"/>
          <p:cNvSpPr txBox="1"/>
          <p:nvPr>
            <p:ph idx="17" type="body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1" name="Google Shape;331;p16"/>
          <p:cNvSpPr txBox="1"/>
          <p:nvPr>
            <p:ph idx="18" type="body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19" type="body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3" name="Google Shape;333;p16"/>
          <p:cNvSpPr txBox="1"/>
          <p:nvPr>
            <p:ph idx="20" type="body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21" type="body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22" type="body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6" name="Google Shape;336;p16"/>
          <p:cNvSpPr txBox="1"/>
          <p:nvPr>
            <p:ph idx="23" type="title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7" name="Google Shape;337;p16"/>
          <p:cNvSpPr txBox="1"/>
          <p:nvPr>
            <p:ph idx="24" type="title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8" name="Google Shape;338;p16"/>
          <p:cNvSpPr txBox="1"/>
          <p:nvPr>
            <p:ph idx="25" type="title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26" type="title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0" name="Google Shape;340;p16"/>
          <p:cNvSpPr txBox="1"/>
          <p:nvPr>
            <p:ph idx="27" type="title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anchorCtr="0" anchor="t" bIns="54000" lIns="108000" spcFirstLastPara="1" rIns="1080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341" name="Google Shape;341;p16"/>
          <p:cNvSpPr txBox="1"/>
          <p:nvPr>
            <p:ph idx="28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2" name="Google Shape;342;p16"/>
          <p:cNvSpPr txBox="1"/>
          <p:nvPr>
            <p:ph idx="29" type="body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3" name="Google Shape;343;p16"/>
          <p:cNvSpPr txBox="1"/>
          <p:nvPr>
            <p:ph idx="30" type="body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4" name="Google Shape;344;p16"/>
          <p:cNvSpPr txBox="1"/>
          <p:nvPr>
            <p:ph idx="31" type="body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5" name="Google Shape;345;p16"/>
          <p:cNvSpPr txBox="1"/>
          <p:nvPr>
            <p:ph idx="32" type="body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46" name="Google Shape;346;p16"/>
          <p:cNvSpPr txBox="1"/>
          <p:nvPr>
            <p:ph idx="33" type="body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anchorCtr="0" anchor="t" bIns="54000" lIns="108000" spcFirstLastPara="1" rIns="108000" wrap="square" tIns="5400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1">
  <p:cSld name="CUSTOM_7_1_1_1_1_1_1_1_1_1_1_1_1_1_1_1_1_7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7"/>
          <p:cNvSpPr txBox="1"/>
          <p:nvPr>
            <p:ph idx="2" type="subTitle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3" name="Google Shape;363;p17"/>
          <p:cNvSpPr txBox="1"/>
          <p:nvPr>
            <p:ph idx="3" type="subTitle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4" name="Google Shape;364;p17"/>
          <p:cNvSpPr txBox="1"/>
          <p:nvPr>
            <p:ph idx="4" type="subTitle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5" name="Google Shape;365;p17"/>
          <p:cNvSpPr txBox="1"/>
          <p:nvPr>
            <p:ph idx="5" type="subTitle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6" name="Google Shape;366;p17"/>
          <p:cNvSpPr txBox="1"/>
          <p:nvPr>
            <p:ph idx="6" type="subTitle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7" name="Google Shape;367;p17"/>
          <p:cNvSpPr txBox="1"/>
          <p:nvPr>
            <p:ph idx="7" type="subTitle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8" name="Google Shape;368;p17"/>
          <p:cNvSpPr txBox="1"/>
          <p:nvPr>
            <p:ph idx="8" type="subTitle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69" name="Google Shape;369;p17"/>
          <p:cNvSpPr txBox="1"/>
          <p:nvPr>
            <p:ph idx="9" type="subTitle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0" name="Google Shape;370;p17"/>
          <p:cNvSpPr txBox="1"/>
          <p:nvPr>
            <p:ph idx="13" type="subTitle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  <p:sp>
        <p:nvSpPr>
          <p:cNvPr id="371" name="Google Shape;371;p17"/>
          <p:cNvSpPr txBox="1"/>
          <p:nvPr>
            <p:ph idx="14" type="subTitle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b="1"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b="1"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2">
  <p:cSld name="CUSTOM_7_1_1_1_1_1_1_1_1_1_1_1_1_1_1_1_1_8">
    <p:bg>
      <p:bgPr>
        <a:solidFill>
          <a:schemeClr val="dk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/>
          <p:nvPr>
            <p:ph idx="1" type="body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2" type="body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5" name="Google Shape;375;p18"/>
          <p:cNvSpPr txBox="1"/>
          <p:nvPr>
            <p:ph idx="3" type="body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18"/>
          <p:cNvSpPr txBox="1"/>
          <p:nvPr>
            <p:ph idx="4" type="body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18"/>
          <p:cNvSpPr txBox="1"/>
          <p:nvPr>
            <p:ph idx="5" type="body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8" name="Google Shape;378;p18"/>
          <p:cNvSpPr txBox="1"/>
          <p:nvPr>
            <p:ph idx="6" type="body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9" name="Google Shape;379;p18"/>
          <p:cNvSpPr txBox="1"/>
          <p:nvPr>
            <p:ph idx="7" type="body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8" type="body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anchorCtr="0" anchor="t" bIns="91425" lIns="180000" spcFirstLastPara="1" rIns="18000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1" name="Google Shape;381;p18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82" name="Google Shape;382;p18"/>
          <p:cNvSpPr txBox="1"/>
          <p:nvPr>
            <p:ph idx="9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83" name="Google Shape;383;p18"/>
          <p:cNvSpPr txBox="1"/>
          <p:nvPr>
            <p:ph idx="13" type="title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14" type="title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5" name="Google Shape;385;p18"/>
          <p:cNvSpPr txBox="1"/>
          <p:nvPr>
            <p:ph idx="15" type="title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6" name="Google Shape;386;p18"/>
          <p:cNvSpPr txBox="1"/>
          <p:nvPr>
            <p:ph idx="16" type="title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7" name="Google Shape;387;p18"/>
          <p:cNvSpPr txBox="1"/>
          <p:nvPr>
            <p:ph idx="17" type="title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8" name="Google Shape;388;p18"/>
          <p:cNvSpPr txBox="1"/>
          <p:nvPr>
            <p:ph idx="18" type="title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19" type="title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20" type="title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3">
  <p:cSld name="CUSTOM_7_1_1_1_1_1_1_1_1_1_1_1_1_1_1_1_1_7_1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93" name="Google Shape;393;p19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394" name="Google Shape;394;p19"/>
          <p:cNvSpPr txBox="1"/>
          <p:nvPr>
            <p:ph idx="2" type="subTitle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3" type="subTitle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4" type="subTitle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5" type="subTitle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6" type="subTitle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19"/>
          <p:cNvSpPr txBox="1"/>
          <p:nvPr>
            <p:ph idx="7" type="subTitle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anchorCtr="0" anchor="t" bIns="0" lIns="54000" spcFirstLastPara="1" rIns="0" wrap="square" tIns="54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00" name="Google Shape;400;p19"/>
          <p:cNvSpPr txBox="1"/>
          <p:nvPr>
            <p:ph idx="8" type="body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1" name="Google Shape;401;p19"/>
          <p:cNvSpPr txBox="1"/>
          <p:nvPr>
            <p:ph idx="9" type="body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19"/>
          <p:cNvSpPr txBox="1"/>
          <p:nvPr>
            <p:ph idx="13" type="body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anchorCtr="0" anchor="t" bIns="0" lIns="0" spcFirstLastPara="1" rIns="0" wrap="square" tIns="54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 4">
  <p:cSld name="CUSTOM_7_1_1_1_1_1_1_1_1_1_1_1_1_1_1_1_1_7_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20"/>
          <p:cNvSpPr txBox="1"/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/>
        </p:txBody>
      </p:sp>
      <p:sp>
        <p:nvSpPr>
          <p:cNvPr id="406" name="Google Shape;406;p20"/>
          <p:cNvSpPr txBox="1"/>
          <p:nvPr>
            <p:ph idx="2" type="subTitle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20"/>
          <p:cNvSpPr txBox="1"/>
          <p:nvPr>
            <p:ph idx="3" type="subTitle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8" name="Google Shape;408;p20"/>
          <p:cNvSpPr txBox="1"/>
          <p:nvPr>
            <p:ph idx="4" type="subTitle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9" name="Google Shape;409;p20"/>
          <p:cNvSpPr txBox="1"/>
          <p:nvPr>
            <p:ph idx="5" type="subTitle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20"/>
          <p:cNvSpPr txBox="1"/>
          <p:nvPr>
            <p:ph idx="6" type="subTitle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1" name="Google Shape;411;p20"/>
          <p:cNvSpPr txBox="1"/>
          <p:nvPr>
            <p:ph idx="7" type="subTitle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2" name="Google Shape;412;p20"/>
          <p:cNvSpPr txBox="1"/>
          <p:nvPr>
            <p:ph idx="8" type="subTitle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3" name="Google Shape;413;p20"/>
          <p:cNvSpPr txBox="1"/>
          <p:nvPr>
            <p:ph idx="9" type="subTitle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4" name="Google Shape;414;p20"/>
          <p:cNvSpPr txBox="1"/>
          <p:nvPr>
            <p:ph idx="13" type="subTitle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5" name="Google Shape;415;p20"/>
          <p:cNvSpPr txBox="1"/>
          <p:nvPr>
            <p:ph idx="14" type="subTitle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6" name="Google Shape;416;p20"/>
          <p:cNvSpPr txBox="1"/>
          <p:nvPr>
            <p:ph idx="15" type="subTitle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7" name="Google Shape;417;p20"/>
          <p:cNvSpPr txBox="1"/>
          <p:nvPr>
            <p:ph idx="16" type="subTitle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18" name="Google Shape;418;p20"/>
          <p:cNvSpPr txBox="1"/>
          <p:nvPr>
            <p:ph idx="17" type="body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20"/>
          <p:cNvSpPr txBox="1"/>
          <p:nvPr>
            <p:ph idx="18" type="body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20"/>
          <p:cNvSpPr txBox="1"/>
          <p:nvPr>
            <p:ph idx="19" type="body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20"/>
          <p:cNvSpPr txBox="1"/>
          <p:nvPr>
            <p:ph idx="20" type="body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20"/>
          <p:cNvSpPr txBox="1"/>
          <p:nvPr>
            <p:ph idx="21" type="body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20"/>
          <p:cNvSpPr txBox="1"/>
          <p:nvPr>
            <p:ph idx="22" type="body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anchorCtr="0" anchor="t" bIns="108000" lIns="0" spcFirstLastPara="1" rIns="0" wrap="square" tIns="90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2">
  <p:cSld name="CUSTOM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7" name="Google Shape;427;p21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8" name="Google Shape;428;p21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29" name="Google Shape;429;p21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30" name="Google Shape;430;p21"/>
          <p:cNvSpPr txBox="1"/>
          <p:nvPr>
            <p:ph idx="4" type="subTitle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1"/>
          <p:cNvSpPr txBox="1"/>
          <p:nvPr>
            <p:ph idx="5" type="subTitle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21"/>
          <p:cNvSpPr txBox="1"/>
          <p:nvPr>
            <p:ph idx="6" type="subTitle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21"/>
          <p:cNvSpPr txBox="1"/>
          <p:nvPr>
            <p:ph idx="7" type="subTitle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21"/>
          <p:cNvSpPr txBox="1"/>
          <p:nvPr>
            <p:ph idx="8" type="subTitle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anchorCtr="0" anchor="t" bIns="0" lIns="91425" spcFirstLastPara="1" rIns="0" wrap="square" tIns="36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21"/>
          <p:cNvSpPr txBox="1"/>
          <p:nvPr>
            <p:ph idx="9" type="subTitle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6" name="Google Shape;436;p21"/>
          <p:cNvSpPr txBox="1"/>
          <p:nvPr>
            <p:ph idx="13" type="subTitle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7" name="Google Shape;437;p21"/>
          <p:cNvSpPr txBox="1"/>
          <p:nvPr>
            <p:ph idx="14" type="subTitle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8" name="Google Shape;438;p21"/>
          <p:cNvSpPr txBox="1"/>
          <p:nvPr>
            <p:ph idx="15" type="subTitle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39" name="Google Shape;439;p21"/>
          <p:cNvSpPr txBox="1"/>
          <p:nvPr>
            <p:ph idx="16" type="subTitle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anchorCtr="0" anchor="t" bIns="10800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40" name="Google Shape;440;p21"/>
          <p:cNvSpPr txBox="1"/>
          <p:nvPr>
            <p:ph idx="17" type="title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21"/>
          <p:cNvSpPr txBox="1"/>
          <p:nvPr>
            <p:ph idx="18" type="body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2" name="Google Shape;442;p21"/>
          <p:cNvSpPr txBox="1"/>
          <p:nvPr>
            <p:ph idx="19" type="body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3" name="Google Shape;443;p21"/>
          <p:cNvSpPr txBox="1"/>
          <p:nvPr>
            <p:ph idx="20" type="body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21"/>
          <p:cNvSpPr txBox="1"/>
          <p:nvPr>
            <p:ph idx="21" type="body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21"/>
          <p:cNvSpPr txBox="1"/>
          <p:nvPr>
            <p:ph idx="22" type="body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anchorCtr="0" anchor="t" bIns="108000" lIns="91425" spcFirstLastPara="1" rIns="91425" wrap="square" tIns="720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and folder background 3">
  <p:cSld name="CUSTOM_1_1_1_1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rect b="b" l="l" r="r" t="t"/>
            <a:pathLst>
              <a:path extrusionOk="0" h="45745" w="28575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/>
          <p:nvPr>
            <p:ph idx="1" type="subTitle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1" name="Google Shape;451;p22"/>
          <p:cNvSpPr txBox="1"/>
          <p:nvPr>
            <p:ph idx="2" type="subTitle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fmla="val 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rect b="b" l="l" r="r" t="t"/>
              <a:pathLst>
                <a:path extrusionOk="0" h="45745" w="28575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/>
          <p:nvPr>
            <p:ph idx="3" type="subTitle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6" name="Google Shape;456;p22"/>
          <p:cNvSpPr txBox="1"/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57" name="Google Shape;457;p22"/>
          <p:cNvSpPr txBox="1"/>
          <p:nvPr>
            <p:ph idx="4" type="subTitle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8" name="Google Shape;458;p22"/>
          <p:cNvSpPr txBox="1"/>
          <p:nvPr>
            <p:ph idx="5" type="subTitle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59" name="Google Shape;459;p22"/>
          <p:cNvSpPr txBox="1"/>
          <p:nvPr>
            <p:ph idx="6" type="subTitle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0" name="Google Shape;460;p22"/>
          <p:cNvSpPr txBox="1"/>
          <p:nvPr>
            <p:ph idx="7" type="subTitle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1" name="Google Shape;461;p22"/>
          <p:cNvSpPr txBox="1"/>
          <p:nvPr>
            <p:ph idx="8" type="subTitle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anchorCtr="0" anchor="t" bIns="0" lIns="0" spcFirstLastPara="1" rIns="0" wrap="square" tIns="720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2" name="Google Shape;462;p22"/>
          <p:cNvSpPr txBox="1"/>
          <p:nvPr>
            <p:ph idx="9" type="title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22"/>
          <p:cNvSpPr txBox="1"/>
          <p:nvPr>
            <p:ph idx="13" type="subTitle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4" name="Google Shape;464;p22"/>
          <p:cNvSpPr txBox="1"/>
          <p:nvPr>
            <p:ph idx="14" type="subTitle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5" name="Google Shape;465;p22"/>
          <p:cNvSpPr txBox="1"/>
          <p:nvPr>
            <p:ph idx="15" type="subTitle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6" name="Google Shape;466;p22"/>
          <p:cNvSpPr txBox="1"/>
          <p:nvPr>
            <p:ph idx="16" type="subTitle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7" name="Google Shape;467;p22"/>
          <p:cNvSpPr txBox="1"/>
          <p:nvPr>
            <p:ph idx="17" type="subTitle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  <p:sp>
        <p:nvSpPr>
          <p:cNvPr id="468" name="Google Shape;468;p22"/>
          <p:cNvSpPr txBox="1"/>
          <p:nvPr>
            <p:ph idx="18" type="subTitle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anchorCtr="0" anchor="t" bIns="72000" lIns="9000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">
  <p:cSld name="CUSTOM_3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2" name="Google Shape;472;p23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3" name="Google Shape;473;p23"/>
          <p:cNvSpPr txBox="1"/>
          <p:nvPr>
            <p:ph idx="2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23"/>
          <p:cNvSpPr txBox="1"/>
          <p:nvPr>
            <p:ph idx="3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r 1">
  <p:cSld name="CUSTOM_3_1">
    <p:bg>
      <p:bgPr>
        <a:solidFill>
          <a:schemeClr val="dk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/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/>
        </p:txBody>
      </p:sp>
      <p:sp>
        <p:nvSpPr>
          <p:cNvPr id="478" name="Google Shape;478;p24"/>
          <p:cNvSpPr txBox="1"/>
          <p:nvPr>
            <p:ph idx="1" type="body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/>
        </p:txBody>
      </p:sp>
      <p:sp>
        <p:nvSpPr>
          <p:cNvPr id="479" name="Google Shape;479;p24"/>
          <p:cNvSpPr txBox="1"/>
          <p:nvPr>
            <p:ph idx="2" type="subTitle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24"/>
          <p:cNvSpPr txBox="1"/>
          <p:nvPr>
            <p:ph idx="3" type="subTitle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s 1 1">
  <p:cSld name="CUSTOM_7_1_1_1_1_1_1_1_1_1_1_1_1_1_1_1_1_6_1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/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3" name="Google Shape;483;p25"/>
          <p:cNvSpPr txBox="1"/>
          <p:nvPr>
            <p:ph idx="2" type="title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4" name="Google Shape;484;p25"/>
          <p:cNvSpPr txBox="1"/>
          <p:nvPr>
            <p:ph idx="3" type="title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5" name="Google Shape;485;p25"/>
          <p:cNvSpPr txBox="1"/>
          <p:nvPr>
            <p:ph idx="4" type="title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6" name="Google Shape;486;p25"/>
          <p:cNvSpPr txBox="1"/>
          <p:nvPr>
            <p:ph idx="5" type="title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7" name="Google Shape;487;p25"/>
          <p:cNvSpPr txBox="1"/>
          <p:nvPr>
            <p:ph idx="6" type="title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8" name="Google Shape;488;p25"/>
          <p:cNvSpPr txBox="1"/>
          <p:nvPr>
            <p:ph idx="7" type="title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89" name="Google Shape;489;p25"/>
          <p:cNvSpPr txBox="1"/>
          <p:nvPr>
            <p:ph idx="8" type="title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0" name="Google Shape;490;p25"/>
          <p:cNvSpPr txBox="1"/>
          <p:nvPr>
            <p:ph idx="9" type="title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1" name="Google Shape;491;p25"/>
          <p:cNvSpPr txBox="1"/>
          <p:nvPr>
            <p:ph idx="13" type="title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anchorCtr="0" anchor="t" bIns="90000" lIns="180000" spcFirstLastPara="1" rIns="0" wrap="square" tIns="9000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92" name="Google Shape;492;p25"/>
          <p:cNvSpPr txBox="1"/>
          <p:nvPr>
            <p:ph idx="14" type="title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3" name="Google Shape;493;p25"/>
          <p:cNvSpPr txBox="1"/>
          <p:nvPr>
            <p:ph idx="15" type="title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4" name="Google Shape;494;p25"/>
          <p:cNvSpPr txBox="1"/>
          <p:nvPr>
            <p:ph idx="16" type="title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5" name="Google Shape;495;p25"/>
          <p:cNvSpPr txBox="1"/>
          <p:nvPr>
            <p:ph idx="17" type="title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6" name="Google Shape;496;p25"/>
          <p:cNvSpPr txBox="1"/>
          <p:nvPr>
            <p:ph idx="18" type="title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/>
        </p:txBody>
      </p:sp>
      <p:sp>
        <p:nvSpPr>
          <p:cNvPr id="497" name="Google Shape;497;p25"/>
          <p:cNvSpPr txBox="1"/>
          <p:nvPr>
            <p:ph idx="1" type="subTitle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98" name="Google Shape;498;p25"/>
          <p:cNvSpPr txBox="1"/>
          <p:nvPr>
            <p:ph idx="19" type="body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9" name="Google Shape;499;p25"/>
          <p:cNvSpPr txBox="1"/>
          <p:nvPr>
            <p:ph idx="20" type="body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0" name="Google Shape;500;p25"/>
          <p:cNvSpPr txBox="1"/>
          <p:nvPr>
            <p:ph idx="21" type="body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25"/>
          <p:cNvSpPr txBox="1"/>
          <p:nvPr>
            <p:ph idx="22" type="body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2" name="Google Shape;502;p25"/>
          <p:cNvSpPr txBox="1"/>
          <p:nvPr>
            <p:ph idx="23" type="body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3" name="Google Shape;503;p25"/>
          <p:cNvSpPr txBox="1"/>
          <p:nvPr>
            <p:ph idx="24" type="body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4" name="Google Shape;504;p25"/>
          <p:cNvSpPr txBox="1"/>
          <p:nvPr>
            <p:ph idx="25" type="body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5" name="Google Shape;505;p25"/>
          <p:cNvSpPr txBox="1"/>
          <p:nvPr>
            <p:ph idx="26" type="body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6" name="Google Shape;506;p25"/>
          <p:cNvSpPr txBox="1"/>
          <p:nvPr>
            <p:ph idx="27" type="body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7" name="Google Shape;507;p25"/>
          <p:cNvSpPr txBox="1"/>
          <p:nvPr>
            <p:ph idx="28" type="body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8" name="Google Shape;508;p25"/>
          <p:cNvSpPr txBox="1"/>
          <p:nvPr>
            <p:ph idx="29" type="body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9" name="Google Shape;509;p25"/>
          <p:cNvSpPr txBox="1"/>
          <p:nvPr>
            <p:ph idx="30" type="body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0" name="Google Shape;510;p25"/>
          <p:cNvSpPr txBox="1"/>
          <p:nvPr>
            <p:ph idx="31" type="body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1" name="Google Shape;511;p25"/>
          <p:cNvSpPr txBox="1"/>
          <p:nvPr>
            <p:ph idx="32" type="body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12" name="Google Shape;512;p25"/>
          <p:cNvSpPr txBox="1"/>
          <p:nvPr>
            <p:ph idx="33" type="body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anchorCtr="0" anchor="t" bIns="54000" lIns="18000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5" name="Google Shape;515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0" name="Google Shape;52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23" name="Google Shape;523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4" name="Google Shape;524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9" name="Google Shape;529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4" name="Google Shape;534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5" name="Google Shape;535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44" name="Google Shape;544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5" name="Google Shape;545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6" name="Google Shape;546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7" name="Google Shape;547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9" name="Google Shape;549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3" name="Google Shape;553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56" name="Google Shape;556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7" name="Google Shape;557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8" name="Google Shape;558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9" name="Google Shape;559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2" name="Google Shape;562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64" name="Google Shape;564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5" name="Google Shape;565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6" name="Google Shape;566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7" name="Google Shape;567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1" name="Google Shape;571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2" name="Google Shape;572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74" name="Google Shape;574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5" name="Google Shape;575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6" name="Google Shape;576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7" name="Google Shape;577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0" name="Google Shape;580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3" name="Google Shape;583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6" name="Google Shape;5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87" name="Google Shape;587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88" name="Google Shape;588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1" name="Google Shape;591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4" name="Google Shape;594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6" name="Google Shape;59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597" name="Google Shape;597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8" name="Google Shape;598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99" name="Google Shape;599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610" name="Google Shape;610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tch Slide Graph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